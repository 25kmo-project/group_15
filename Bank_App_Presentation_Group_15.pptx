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2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34155"/>
                </a:solidFill>
              </a:defRPr>
            </a:lvl1pPr>
          </a:lstStyle>
          <a:p>
            <a:pPr/>
            <a:r>
              <a:t>Tiina Heponiemi, Joni Koskela, Mariia Sheykina, Juan Ju</a:t>
            </a:r>
          </a:p>
        </p:txBody>
      </p:sp>
      <p:sp>
        <p:nvSpPr>
          <p:cNvPr id="172" name="Presentation Title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/>
          <a:lstStyle>
            <a:lvl1pPr algn="ctr">
              <a:defRPr spc="-144" sz="7200">
                <a:solidFill>
                  <a:srgbClr val="0B1F3A"/>
                </a:solidFill>
              </a:defRPr>
            </a:lvl1pPr>
          </a:lstStyle>
          <a:p>
            <a:pPr/>
            <a:r>
              <a:t>Sovellusprojekti: Pankkiautomaatti</a:t>
            </a:r>
          </a:p>
        </p:txBody>
      </p:sp>
      <p:sp>
        <p:nvSpPr>
          <p:cNvPr id="173" name="Author and Date"/>
          <p:cNvSpPr txBox="1"/>
          <p:nvPr/>
        </p:nvSpPr>
        <p:spPr>
          <a:xfrm>
            <a:off x="1206499" y="12577989"/>
            <a:ext cx="21971002" cy="636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>
                <a:solidFill>
                  <a:srgbClr val="64748B"/>
                </a:solidFill>
              </a:defRPr>
            </a:lvl1pPr>
          </a:lstStyle>
          <a:p>
            <a:pPr/>
            <a:r>
              <a:t>TVT25KNO, Group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Slide Subtitle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Body Level One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Näyttää, että Windowsille meillä on Inno Setup -asennusohjelma, kuvakkeet kaikkialla ja oma poisto-ohjelma</a:t>
            </a:r>
            <a:endParaRPr b="0"/>
          </a:p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Näyttää, että Macille meillä on asennusohjelma ja kuvakkeet</a:t>
            </a:r>
            <a:endParaRPr b="0"/>
          </a:p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Meillä on GitHub Actions: build &amp; release sekä kuvaukset etusivulla</a:t>
            </a:r>
            <a:endParaRPr b="0"/>
          </a:p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Meillä on kaksi tietokantaa: MySQL ja MariaDB</a:t>
            </a:r>
            <a:endParaRPr b="0"/>
          </a:p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Meillä on skenaariot kaikille mahdollisille asiakastyypeille</a:t>
            </a:r>
            <a:endParaRPr b="0"/>
          </a:p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Meillä on tuki kaksoiskorteille</a:t>
            </a:r>
            <a:endParaRPr b="0"/>
          </a:p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Meillä on talletustoiminto (deposit)</a:t>
            </a:r>
            <a:endParaRPr b="0"/>
          </a:p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Meillä on digitaalinen kuitti</a:t>
            </a:r>
            <a:endParaRPr b="0"/>
          </a:p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Meillä on valuuttatuki</a:t>
            </a:r>
            <a:endParaRPr b="0"/>
          </a:p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Näyttää, miltä kaikki näyttää Windowsissa (lyhyt video/esittely)</a:t>
            </a:r>
            <a:endParaRPr b="0"/>
          </a:p>
          <a:p>
            <a:pPr marL="240631" indent="-240631" defTabSz="457200">
              <a:lnSpc>
                <a:spcPct val="100000"/>
              </a:lnSpc>
              <a:spcBef>
                <a:spcPts val="0"/>
              </a:spcBef>
              <a:buSzPct val="100000"/>
              <a:tabLst>
                <a:tab pos="139700" algn="l"/>
                <a:tab pos="457200" algn="l"/>
              </a:tabLst>
              <a:defRPr b="1" sz="2400">
                <a:solidFill>
                  <a:srgbClr val="0D0D0D"/>
                </a:solidFill>
              </a:defRPr>
            </a:pPr>
            <a:r>
              <a:t>Näyttää, miltä kaikki näyttää MacBookilla (lyhyt video/esittely)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