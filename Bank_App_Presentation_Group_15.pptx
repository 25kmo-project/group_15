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dy Level One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Presentation Subtitle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vocados and lim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Body Level One…"/>
          <p:cNvSpPr txBox="1"/>
          <p:nvPr>
            <p:ph type="body" sz="quarter" idx="1" hasCustomPrompt="1"/>
          </p:nvPr>
        </p:nvSpPr>
        <p:spPr>
          <a:xfrm>
            <a:off x="1207690" y="1106137"/>
            <a:ext cx="21968621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Body Level One…"/>
          <p:cNvSpPr txBox="1"/>
          <p:nvPr>
            <p:ph type="body" sz="quarter" idx="22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Presentation Subtitle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Bowl with salmon cakes, salad and houmo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Body Level One…"/>
          <p:cNvSpPr txBox="1"/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4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ody Level One…"/>
          <p:cNvSpPr txBox="1"/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1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62" name="Bowl of pappardelle pasta with parsley butter, roasted hazelnuts and shaved parmesan cheese"/>
          <p:cNvSpPr/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Body Level One…"/>
          <p:cNvSpPr txBox="1"/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2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7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Body Level One…"/>
          <p:cNvSpPr txBox="1"/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2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8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0" name="Body Level One…"/>
          <p:cNvSpPr txBox="1"/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09" name="Body Level One…"/>
          <p:cNvSpPr txBox="1"/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Agenda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0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99" sz="5500"/>
            </a:lvl1pPr>
          </a:lstStyle>
          <a:p>
            <a:pPr/>
            <a:r>
              <a:t>Agenda Topics</a:t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Body Level One…"/>
          <p:cNvSpPr txBox="1"/>
          <p:nvPr>
            <p:ph type="body" sz="quarter" idx="1" hasCustomPrompt="1"/>
          </p:nvPr>
        </p:nvSpPr>
        <p:spPr>
          <a:xfrm>
            <a:off x="2430023" y="10675453"/>
            <a:ext cx="2020005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Attribution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" name="Body Level One…"/>
          <p:cNvSpPr txBox="1"/>
          <p:nvPr>
            <p:ph type="body" sz="half" idx="21" hasCustomPrompt="1"/>
          </p:nvPr>
        </p:nvSpPr>
        <p:spPr>
          <a:xfrm>
            <a:off x="1753923" y="4939860"/>
            <a:ext cx="20876154" cy="3836282"/>
          </a:xfrm>
          <a:prstGeom prst="rect">
            <a:avLst/>
          </a:prstGeom>
        </p:spPr>
        <p:txBody>
          <a:bodyPr numCol="1" spcCol="38100"/>
          <a:lstStyle>
            <a:lvl1pPr marL="300875" indent="-131851">
              <a:spcBef>
                <a:spcPts val="0"/>
              </a:spcBef>
              <a:buSzTx/>
              <a:buNone/>
              <a:defRPr spc="-20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“Notable Quote”</a:t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Bowl of salad with fried rice, boiled eggs and chopstick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5" name="Bowl with salmon cakes, salad and houmo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6" name="Bowl of pappardelle pasta with parsley butter, roasted hazelnuts and shaved parmesan chees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bowl of salad with fried rice, boiled eggs and chopstick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/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numCol="2" spcCol="109855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" name="Title Text"/>
          <p:cNvSpPr txBox="1"/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hor and Date"/>
          <p:cNvSpPr txBox="1"/>
          <p:nvPr>
            <p:ph type="body" sz="quarter" idx="1"/>
          </p:nvPr>
        </p:nvSpPr>
        <p:spPr>
          <a:xfrm>
            <a:off x="1201341" y="11859862"/>
            <a:ext cx="21971002" cy="63698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34155"/>
                </a:solidFill>
              </a:defRPr>
            </a:lvl1pPr>
          </a:lstStyle>
          <a:p>
            <a:pPr/>
            <a:r>
              <a:t>Tiina Heponiemi, Joni Koskela, Mariia Sheykina, Juan Ju</a:t>
            </a:r>
          </a:p>
        </p:txBody>
      </p:sp>
      <p:sp>
        <p:nvSpPr>
          <p:cNvPr id="172" name="Presentation Title"/>
          <p:cNvSpPr txBox="1"/>
          <p:nvPr>
            <p:ph type="title"/>
          </p:nvPr>
        </p:nvSpPr>
        <p:spPr>
          <a:xfrm>
            <a:off x="1206494" y="2574991"/>
            <a:ext cx="21971008" cy="4648203"/>
          </a:xfrm>
          <a:prstGeom prst="rect">
            <a:avLst/>
          </a:prstGeom>
        </p:spPr>
        <p:txBody>
          <a:bodyPr/>
          <a:lstStyle>
            <a:lvl1pPr algn="ctr">
              <a:defRPr spc="-200" sz="7200">
                <a:solidFill>
                  <a:srgbClr val="0B1F3A"/>
                </a:solidFill>
              </a:defRPr>
            </a:lvl1pPr>
          </a:lstStyle>
          <a:p>
            <a:pPr/>
            <a:r>
              <a:t>Sovellusprojekti: Pankkiautomaatti</a:t>
            </a:r>
          </a:p>
        </p:txBody>
      </p:sp>
      <p:sp>
        <p:nvSpPr>
          <p:cNvPr id="173" name="Author and Date"/>
          <p:cNvSpPr txBox="1"/>
          <p:nvPr/>
        </p:nvSpPr>
        <p:spPr>
          <a:xfrm>
            <a:off x="1206499" y="12577988"/>
            <a:ext cx="21971002" cy="636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b="1" sz="3600">
                <a:solidFill>
                  <a:srgbClr val="64748B"/>
                </a:solidFill>
              </a:defRPr>
            </a:lvl1pPr>
          </a:lstStyle>
          <a:p>
            <a:pPr/>
            <a:r>
              <a:t>TVT25KNO, Group 15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lide Titl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6" name="Slide Subtitle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7" name="Body Level One…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Näyttää, että Windowsille meillä on Inno Setup -asennusohjelma, kuvakkeet kaikkialla ja oma poisto-ohjelma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Näyttää, että Macille meillä on asennusohjelma ja kuvakkeet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GitHub Actions: build &amp; release sekä kuvaukset etusivulla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kaksi tietokantaa: MySQL ja MariaDB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skenaariot kaikille mahdollisille asiakastyypeille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tuki kaksoiskorteille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talletustoiminto (deposit)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digitaalinen kuitti, miten se on toteutettu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Meillä on valuuttatuki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Näyttää, miltä kaikki näyttää Windowsissa (lyhyt video/esittely)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Näyttää, miltä kaikki näyttää MacBookilla (lyhyt video/esittely)</a:t>
            </a:r>
          </a:p>
          <a:p>
            <a:pPr marL="240631" indent="-240631" defTabSz="457200">
              <a:lnSpc>
                <a:spcPct val="100000"/>
              </a:lnSpc>
              <a:spcBef>
                <a:spcPts val="0"/>
              </a:spcBef>
              <a:buSzPct val="100000"/>
              <a:tabLst>
                <a:tab pos="139700" algn="l"/>
                <a:tab pos="457200" algn="l"/>
              </a:tabLst>
              <a:defRPr b="1" sz="2400">
                <a:solidFill>
                  <a:srgbClr val="0D0D0D"/>
                </a:solidFill>
              </a:defRPr>
            </a:pPr>
            <a:r>
              <a:t>Käytettiin menetelmä, jossa ei tule ikkunan päälle muita ikkunoita, joten se vastaa oikeasti ATM ulkonäköä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